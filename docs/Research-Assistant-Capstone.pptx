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CAPSTONE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Assistant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Intelligence System on Google ADK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AI/ML papers + live web search, with grounded review, observability, and a live Cloud Run deployment.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97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98648" y="429768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4297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82896" y="429768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4297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67144" y="429768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4297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392" y="429768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4297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Malick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“Master Agentic AI” certification capstone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github.com/ZMalick/multi-agent-research-assistant  ·  research-assistant-969189630215.us-central1.run.app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and go stale — research answers need sources and freshness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invent plausible-but-wrong facts.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knowledge is frozen at training cutoff — no “latest”.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answers are only useful if they cite sources.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can’t decide when to retrieve vs. search the web.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intelligently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 paper corpus (RAG) and the live web.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groundedness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answer reaches the user.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eval harness, and ship it live.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= cited answers · smart routing · measured quality · deployed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Gemini agents on a deterministic control spine · state shared via ADK session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22402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2386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CORPUS / WEB / BOTH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74920" y="1783080"/>
            <a:ext cx="6629400" cy="1828800"/>
          </a:xfrm>
          <a:prstGeom prst="roundRect">
            <a:avLst>
              <a:gd name="adj" fmla="val 4000"/>
            </a:avLst>
          </a:prstGeom>
          <a:solidFill>
            <a:srgbClr val="F4F7F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856232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LoopAgent — feedback loop (max 2 iterations)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414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743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cited answer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23176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498080" y="22860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414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QA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2743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26296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414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exit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94960" y="318211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3182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182112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1821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3182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Researcher revises (loops back)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5644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035040" y="4160520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41605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cited answer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job, one interface — coordinated through ADK session 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query and chooses the route: CORPUS, WEB, or BOTH. Drives everything downstream.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7408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27448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27448" y="33832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rag_search (FAISS) and web_search (Tavily) — in parallel when needed — and drafts a cited answer.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66176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86216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58621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86216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 / QA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86216" y="33832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claim against the retrieved evidence and emits a PASS / FAIL verdict.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ReviewGate is a tiny deterministic control node (not a 4th LLM) — it reads the verdict and exits the loop on PASS, making the stop reliable.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requires 2+ — this system implements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09728" cy="1965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delegation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404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Orchestrator’s route decision drives the Researcher’s tool choice via shared session state.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27064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7064" y="1600200"/>
            <a:ext cx="109728" cy="1965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4710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278624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78624" y="2404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SequentialAgent runs orchestrate → research → review in order.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40480"/>
            <a:ext cx="109728" cy="1965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64515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FAIL sends the draft back to the Researcher to revise (LoopAgent, max 2).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27064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7064" y="3840480"/>
            <a:ext cx="109728" cy="1965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6547104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78624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execution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78624" y="464515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web search fire concurrently when a query needs BOTH sources.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→ semantic chunks → Vertex embeddings → FAISS → cited retrieval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(pypdf)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9631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25496" y="1874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25496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500/50 tok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102352" y="1874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02352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0024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79208" y="1874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9208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656064" y="1874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56064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+ cite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2578608" cy="178308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977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48640" y="495604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papers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74136" y="3749040"/>
            <a:ext cx="2578608" cy="178308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74136" y="3977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3374136" y="495604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99632" y="3749040"/>
            <a:ext cx="2578608" cy="178308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9632" y="3977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768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199632" y="495604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25128" y="3749040"/>
            <a:ext cx="2578608" cy="1783080"/>
          </a:xfrm>
          <a:prstGeom prst="roundRect">
            <a:avLst>
              <a:gd name="adj" fmla="val 410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25128" y="3977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[p.N]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9025128" y="495604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citations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&amp; web 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picks the source — corpus, web, or both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concepts &amp; results from the literature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79476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86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scaled dot-product attention?”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169164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96596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27448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/ recent / post-publication information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27448" y="379476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886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recent LLM releases in 2026?”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66176" y="169164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86216" y="196596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8586216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6216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corpus grounding plus current context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86216" y="379476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86216" y="3886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has RAG evolved to 2026?”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layers — metrics for the API, traces for the eye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ObservabilityPlugin (ADK)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BasePlugin on the Runner — structured JSONL per step.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latency, token counts, retrieval cosine scores.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in the API’s metrics dict — no external service.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Arize Phoenix (OpenTelemetry)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Flag-gated, self-hosted trace UI (localhost:6006).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run as a waterfall — every step, tool, token.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Eval-only dep — never in the production image.</a:t>
            </a:r>
            <a:endParaRPr lang="en-US" sz="1300" dirty="0"/>
          </a:p>
        </p:txBody>
      </p:sp>
      <p:pic>
        <p:nvPicPr>
          <p:cNvPr id="11" name="Image 0" descr="../images/phoenix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394960" cy="337413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17920" y="1828800"/>
            <a:ext cx="5394960" cy="3374136"/>
          </a:xfrm>
          <a:prstGeom prst="rect">
            <a:avLst/>
          </a:prstGeom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5303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run traced end-to-end: Orchestrator → Researcher (rag_search) → Reviewer → ReviewGate, with latency + tokens per span.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(Gemini 2.5 Pro judge + Vertex embeddings) over a labeled question 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context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169164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493008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address the question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37376" y="169164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37376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0256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passages relevant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81744" y="169164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81744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381744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64624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covers the reference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5720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3291840" y="457200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 — 19 / 19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CORPUS / WEB / BOTH question routed correctly (deterministic check across all rows).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Docker → Cloud Run, built in-cloud via Cloud Build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03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· /health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46704" y="2103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46704" y="2103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from lockfile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9864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44768" y="2103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2103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--source 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67928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942832" y="21031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34D39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42832" y="2103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9776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baked into the image (no rebuild at start).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Vertex/Gemini auth via the service identity — no keys in image.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.gcloudignore uploads the gitignored index; secrets stay out.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scales to zero, max-instances capped for cost safety.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7490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research-assistant-969189630215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.us-central1.run.app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   ·   POST /ask { "question": "…" 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37744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474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 &amp;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engineering judgment showed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18470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loop exit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3042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LLM exit_loop with a ReviewGate control node — fixed a bug where a needless second pass overwrote a good answer.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4472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472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332841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groundedness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78561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checks the retrieved evidence, not the draft’s claims — this caught a real hallucination during testing.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60857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92861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286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480974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the eval stack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52669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needed LangChain (incompatible with v1.x) — pinned + quarantined to an eval-only group, excluded from the served app.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4556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· Multi-Agent ADK Capstone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28832" y="6455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 coverage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371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system (ADK)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agents · 4 communication patterns · session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embeddings + FAISS + page-level citations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Tavily tool + intelligent 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/ deploy / presentation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+ Phoenix · Cloud Run · this deck + demo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Evaluated, observable, and live — not just a prototype.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github.com/ZMalick/multi-agent-research-assistant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research-assistant-969189630215.us-central1.run.app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Assistant — Multi-Agent Intelligence System (Google ADK)</dc:title>
  <dc:subject>PptxGenJS Presentation</dc:subject>
  <dc:creator>Zaid Malick</dc:creator>
  <cp:lastModifiedBy>Zaid Malick</cp:lastModifiedBy>
  <cp:revision>1</cp:revision>
  <dcterms:created xsi:type="dcterms:W3CDTF">2026-06-15T18:28:00Z</dcterms:created>
  <dcterms:modified xsi:type="dcterms:W3CDTF">2026-06-15T18:28:00Z</dcterms:modified>
</cp:coreProperties>
</file>