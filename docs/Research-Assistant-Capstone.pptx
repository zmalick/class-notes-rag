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CAPSTONE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Assistant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Intelligence System on Google ADK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AI/ML papers + live web search, with grounded review, observability, and a live Cloud Run deployment.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98648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98648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patterns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82896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82896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web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67144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67144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392" y="42976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51392" y="42976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Malick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 “Master Agentic AI” certification capstone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github.com/ZMalick/class-notes-rag  ·  research-assistant-969189630215.us-central1.run.app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hallucinate and go stale — research answers need sources and freshness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models invent plausible-but-wrong facts.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knowledge is frozen at training cutoff — no “latest”.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answers are only useful if they cite sources.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 can’t decide when to retrieve vs. search the web.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331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intelligently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 paper corpus (RAG) and the live web.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groundedness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answer reaches the user.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quality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eval harness, and ship it live.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5349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cited answers · smart routing · measured quality · deployed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Gemini agents on a deterministic control spine · state shared via ADK session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2402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06040" y="22402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2386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06040" y="274320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CORPUS / WEB / BOTH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629400" cy="18288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74920" y="1856232"/>
            <a:ext cx="662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LoopAgent — feedback loop (max 2 iterations)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94960" y="22860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4140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27432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cited answer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23176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498080" y="22860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0" y="24140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/ QA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0" y="27432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26296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601200" y="2286000"/>
            <a:ext cx="1783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4140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ReviewGate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27432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exit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94960" y="3182112"/>
            <a:ext cx="86868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5394960" y="31821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182112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1821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Tavily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498080" y="31821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→ Researcher revises (loops back)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156448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6035040" y="4160520"/>
            <a:ext cx="4709160" cy="658368"/>
          </a:xfrm>
          <a:prstGeom prst="roundRect">
            <a:avLst>
              <a:gd name="adj" fmla="val 11111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416052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cited answer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agents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job, one interface — coordinated through ADK session state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3832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the query and chooses the route: CORPUS, WEB, or BOTH. Drives everything downstream.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27448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727448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27448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3832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rag_search (FAISS) and web_search (Tavily) — in parallel when needed — and drafts a cited answer.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66176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8621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586216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586216" y="2880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Reviewer / QA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86216" y="338328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claim against the retrieved evidence and emits a PASS / FAIL verdict.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ReviewGate is a tiny deterministic control node (not a 4th LLM) — it reads the verdict and exits the loop on PASS, making the stop reliable.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requires 2+ — this system implements 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0020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00200" y="18928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Hierarchical delegation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40487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Orchestrator’s route decision drives the Researcher’s tool choice via shared session state.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27064" y="16002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27064" y="160020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547104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278624" y="18928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Sequential flow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78624" y="240487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SequentialAgent runs orchestrate → research → review in order.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84048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600200" y="41330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loop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464515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FAIL sends the draft back to the Researcher to revise (LoopAgent, max 2).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27064" y="3840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27064" y="3840480"/>
            <a:ext cx="109728" cy="19659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Text 20"/>
          <p:cNvSpPr/>
          <p:nvPr/>
        </p:nvSpPr>
        <p:spPr>
          <a:xfrm>
            <a:off x="6547104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278624" y="41330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execution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278624" y="464515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and web search fire concurrently when a query needs BOTH sources.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 → semantic chunks → Vertex embeddings → FAISS → cited retrieval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(pypdf)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96312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825496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25496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500/50 tok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7316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102352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02352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text-embedding-005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50024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79208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79208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32688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656064" y="187452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56064" y="1874520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+ cite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548640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papers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74136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374136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1,140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3374136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indexed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199632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768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199632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dims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025128" y="3749040"/>
            <a:ext cx="2578608" cy="178308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025128" y="3977640"/>
            <a:ext cx="2578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[p.N]</a:t>
            </a:r>
            <a:endParaRPr lang="en-US" sz="3800" dirty="0"/>
          </a:p>
        </p:txBody>
      </p:sp>
      <p:sp>
        <p:nvSpPr>
          <p:cNvPr id="30" name="Text 28"/>
          <p:cNvSpPr/>
          <p:nvPr/>
        </p:nvSpPr>
        <p:spPr>
          <a:xfrm>
            <a:off x="9025128" y="495604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citations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Routing &amp; web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picks the source — corpus, web, or both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659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concepts &amp; results from the literature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68680" y="3794760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886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scaled dot-product attention?”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07408" y="169164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27448" y="19659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4727448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27448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/ recent / post-publication information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27448" y="3794760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27448" y="3886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 recent LLM releases in 2026?”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66176" y="1691640"/>
            <a:ext cx="3611880" cy="3611880"/>
          </a:xfrm>
          <a:prstGeom prst="roundRect">
            <a:avLst>
              <a:gd name="adj" fmla="val 2025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86216" y="196596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8586216" y="19659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86216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corpus grounding plus current context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586216" y="3794760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86216" y="38862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has RAG evolved to 2026?”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layers — metrics for the API, traces for the eye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ObservabilityPlugin (ADK)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BasePlugin on the Runner — structured JSONL per step.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latency, token counts, retrieval cosine scores.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in the API’s metrics dict — no external service.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251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Arize Phoenix (OpenTelemetry)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4663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Flag-gated, self-hosted trace UI (localhost:6006).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agent run as a waterfall — every step, tool, token.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Eval-only dep — never in the production image.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394960" cy="4251960"/>
          </a:xfrm>
          <a:prstGeom prst="roundRect">
            <a:avLst>
              <a:gd name="adj" fmla="val 1720"/>
            </a:avLst>
          </a:prstGeom>
          <a:solidFill>
            <a:srgbClr val="F4F7FF"/>
          </a:solidFill>
          <a:ln w="19050">
            <a:solidFill>
              <a:srgbClr val="38BDF8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217920" y="33832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Phoenix trace screenshot ]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1792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trace waterfall captured during the demo recording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(Gemini 2.5 Pro judge + Vertex embeddings) over a labeled question set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0.98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grounded in context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93008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0.83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3493008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75888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address the question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37376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37376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0.81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437376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20256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passages relevant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381744" y="1691640"/>
            <a:ext cx="2697480" cy="2468880"/>
          </a:xfrm>
          <a:prstGeom prst="roundRect">
            <a:avLst>
              <a:gd name="adj" fmla="val 2963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81744" y="18745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0.93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9381744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564624" y="3310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covers the reference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457200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3291840" y="4572000"/>
            <a:ext cx="8046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accuracy — 19 / 19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 / WEB / BOTH question routed correctly (deterministic check across all rows).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→ Docker → Cloud Run, built in-cloud via Cloud Build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/ask · /health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346704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46704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from lockfile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9864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144768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44768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--source 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567928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942832" y="210312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34D39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42832" y="210312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1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service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9776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 baked into the image (no rebuild at start).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Vertex/Gemini auth via the service identity — no keys in image.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.gcloudignore uploads the gitignored index; secrets stay out.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Public, scales to zero, max-instances capped for cost safety.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74904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8368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4389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research-assistant-969189630215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.us-central1.run.app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  ·   POST /ask { "question": "…" }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237744" cy="23774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347472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decisions &amp; challenges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68680" y="91440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engineering judgment showed up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184708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loop exit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37360" y="23042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LLM exit_loop with a ReviewGate control node — fixed a bug where a needless second pass overwrote a good answer.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3447288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4472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37360" y="332841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Evidence-based groundedness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37360" y="3785616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checks the retrieved evidence, not the draft’s claims — this caught a real hallucination during testing.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4F7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1E2761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928616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2861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737360" y="48097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Isolated the eval stack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5266944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needed LangChain (incompatible with v1.x) — pinned + quarantined to an eval-only group, excluded from the served app.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645566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Assistant · Multi-Agent ADK Capstone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228832" y="64556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coverage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371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11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11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11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system (ADK)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agents · 4 communication patterns · session 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Retrieval-augmented 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Vertex embeddings + FAISS + page-level citations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tool + intelligent routing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 / deploy / presentation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+ Phoenix · Cloud Run · this deck + 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6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Evaluated, observable, and live — not just a prototype.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github.com/ZMalick/class-notes-rag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research-assistant-969189630215.us-central1.run.app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914400" y="5943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Assistant — Multi-Agent Intelligence System (Google ADK)</dc:title>
  <dc:subject>PptxGenJS Presentation</dc:subject>
  <dc:creator>Zaid Malick</dc:creator>
  <cp:lastModifiedBy>Zaid Malick</cp:lastModifiedBy>
  <cp:revision>1</cp:revision>
  <dcterms:created xsi:type="dcterms:W3CDTF">2026-06-15T03:56:45Z</dcterms:created>
  <dcterms:modified xsi:type="dcterms:W3CDTF">2026-06-15T03:56:45Z</dcterms:modified>
</cp:coreProperties>
</file>